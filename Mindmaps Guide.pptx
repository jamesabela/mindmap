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37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jamesabela/mindma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63636"/>
                </a:solidFill>
              </a:rPr>
              <a:t>Tutorial Guide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Generated by TutorialFriend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548640"/>
            <a:ext cx="7315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3636"/>
                </a:solidFill>
              </a:rPr>
              <a:t>Go to 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63636"/>
                </a:solidFill>
                <a:hlinkClick r:id="rId4"/>
              </a:rPr>
              <a:t>https://github.com/jamesabela/mindmap </a:t>
            </a:r>
            <a:r>
              <a:rPr lang="en-US" sz="1400" dirty="0">
                <a:solidFill>
                  <a:srgbClr val="363636"/>
                </a:solidFill>
              </a:rPr>
              <a:t>to get started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548640"/>
            <a:ext cx="7315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3636"/>
                </a:solidFill>
              </a:rPr>
              <a:t>You can use this customGPT to generate a Mindmap for you.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548640"/>
            <a:ext cx="7315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3636"/>
                </a:solidFill>
              </a:rPr>
              <a:t>Click on the link to generate.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548640"/>
            <a:ext cx="7315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3636"/>
                </a:solidFill>
              </a:rPr>
              <a:t>It will generate topic and Nodes for you. You can still edit if you please before making a Mindmap. Alternatively you can start with a blank Mindmap.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548640"/>
            <a:ext cx="7315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3636"/>
                </a:solidFill>
              </a:rPr>
              <a:t>Use Enter and Tab to quickly create new nodes.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548640"/>
            <a:ext cx="7315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3636"/>
                </a:solidFill>
              </a:rPr>
              <a:t>If your Mindmap gets too big use the snipping tool to put the node and its children into a new mindmap. 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548640"/>
            <a:ext cx="7315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3636"/>
                </a:solidFill>
              </a:rPr>
              <a:t>You can create links and images with the link button.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548640"/>
            <a:ext cx="7315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3636"/>
                </a:solidFill>
              </a:rPr>
              <a:t>Just copy and paste or type the link you want. 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548640"/>
            <a:ext cx="7315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3636"/>
                </a:solidFill>
              </a:rPr>
              <a:t>Use the clipboard to either copy all the text or for quick text editing of the Mindmap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548640"/>
            <a:ext cx="7315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3636"/>
                </a:solidFill>
              </a:rPr>
              <a:t>Either copy to the clipboard for use in PowerPoint, slides, Keynote or a word processor or you can use the built in text editor to edit the Mindmap itself.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91161" y="548640"/>
            <a:ext cx="3865756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3636"/>
                </a:solidFill>
              </a:rPr>
              <a:t>Here you can edit the Mindmap as text and make a new design.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12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548640"/>
            <a:ext cx="7315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3636"/>
                </a:solidFill>
              </a:rPr>
              <a:t>You can save your Mindmap to your computer.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13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548640"/>
            <a:ext cx="7315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3636"/>
                </a:solidFill>
              </a:rPr>
              <a:t>You can save an image.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14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548640"/>
            <a:ext cx="7315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3636"/>
                </a:solidFill>
              </a:rPr>
              <a:t>You can save a PowerPoint file.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15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548640"/>
            <a:ext cx="7315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3636"/>
                </a:solidFill>
              </a:rPr>
              <a:t>Example PowerPoint file.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16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548640"/>
            <a:ext cx="7315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3636"/>
                </a:solidFill>
              </a:rPr>
              <a:t>You can change from edit to move mode. This is useful for interactive whiteboards and to reorganize your mindmap. 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17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548640"/>
            <a:ext cx="7315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3636"/>
                </a:solidFill>
              </a:rPr>
              <a:t>If you drag onto another node then it will become a child mode of it.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Macintosh PowerPoint</Application>
  <PresentationFormat>On-screen Show (16:9)</PresentationFormat>
  <Paragraphs>55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James Abela</cp:lastModifiedBy>
  <cp:revision>2</cp:revision>
  <dcterms:created xsi:type="dcterms:W3CDTF">2025-12-07T05:44:08Z</dcterms:created>
  <dcterms:modified xsi:type="dcterms:W3CDTF">2025-12-07T05:45:47Z</dcterms:modified>
</cp:coreProperties>
</file>